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68030" cy="59245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EM_Business_Update_June_2026_corr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68030" cy="5924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